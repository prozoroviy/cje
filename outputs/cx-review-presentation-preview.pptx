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484225521347a8" /><Relationship Type="http://schemas.openxmlformats.org/officeDocument/2006/relationships/extended-properties" Target="/docProps/app.xml" Id="Ra40fbebcb00c416f" /><Relationship Type="http://schemas.openxmlformats.org/officeDocument/2006/relationships/officeDocument" Target="/ppt/presentation.xml" Id="Rfab97e8bc42d4c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2003ce377f48bd"/>
  </p:sldMasterIdLst>
  <p:notesMasterIdLst>
    <p:notesMasterId xmlns:r="http://schemas.openxmlformats.org/officeDocument/2006/relationships" r:id="Rc92852138a2a462d"/>
  </p:notesMasterIdLst>
  <p:sldIdLst>
    <p:sldId xmlns:r="http://schemas.openxmlformats.org/officeDocument/2006/relationships" id="256" r:id="R58383261f563469d"/>
    <p:sldId xmlns:r="http://schemas.openxmlformats.org/officeDocument/2006/relationships" id="257" r:id="Rf890c14d8a474484"/>
    <p:sldId xmlns:r="http://schemas.openxmlformats.org/officeDocument/2006/relationships" id="258" r:id="Rcee0f66deb884bdb"/>
    <p:sldId xmlns:r="http://schemas.openxmlformats.org/officeDocument/2006/relationships" id="259" r:id="R96f06eb516404988"/>
    <p:sldId xmlns:r="http://schemas.openxmlformats.org/officeDocument/2006/relationships" id="260" r:id="R3d347000abdc44ed"/>
    <p:sldId xmlns:r="http://schemas.openxmlformats.org/officeDocument/2006/relationships" id="261" r:id="R8af118716c4b4b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002bae798e4d02" /><Relationship Type="http://schemas.openxmlformats.org/officeDocument/2006/relationships/slideMaster" Target="/ppt/slideMasters/slideMaster1.xml" Id="R8e2003ce377f48bd" /><Relationship Type="http://schemas.openxmlformats.org/officeDocument/2006/relationships/notesMaster" Target="/ppt/notesMasters/notesMaster1.xml" Id="Rc92852138a2a462d" /><Relationship Type="http://schemas.openxmlformats.org/officeDocument/2006/relationships/presProps" Target="/ppt/presProps.xml" Id="Rab61caa0052141c1" /><Relationship Type="http://schemas.openxmlformats.org/officeDocument/2006/relationships/tableStyles" Target="/ppt/tableStyles.xml" Id="Rf01b1ca352dd4dcf" /><Relationship Type="http://schemas.openxmlformats.org/officeDocument/2006/relationships/slide" Target="/ppt/slides/slide1.xml" Id="R58383261f563469d" /><Relationship Type="http://schemas.openxmlformats.org/officeDocument/2006/relationships/slide" Target="/ppt/slides/slide2.xml" Id="Rf890c14d8a474484" /><Relationship Type="http://schemas.openxmlformats.org/officeDocument/2006/relationships/slide" Target="/ppt/slides/slide3.xml" Id="Rcee0f66deb884bdb" /><Relationship Type="http://schemas.openxmlformats.org/officeDocument/2006/relationships/slide" Target="/ppt/slides/slide4.xml" Id="R96f06eb516404988" /><Relationship Type="http://schemas.openxmlformats.org/officeDocument/2006/relationships/slide" Target="/ppt/slides/slide5.xml" Id="R3d347000abdc44ed" /><Relationship Type="http://schemas.openxmlformats.org/officeDocument/2006/relationships/slide" Target="/ppt/slides/slide6.xml" Id="R8af118716c4b4b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4b3846d80e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bf41f4ab2c4a70" /><Relationship Type="http://schemas.openxmlformats.org/officeDocument/2006/relationships/notesMaster" Target="/ppt/notesMasters/notesMaster1.xml" Id="R08a3105e2dae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dcac14bcea4c71" /><Relationship Type="http://schemas.openxmlformats.org/officeDocument/2006/relationships/notesMaster" Target="/ppt/notesMasters/notesMaster1.xml" Id="R261fa4c2f60d42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0e4251d3d04868" /><Relationship Type="http://schemas.openxmlformats.org/officeDocument/2006/relationships/notesMaster" Target="/ppt/notesMasters/notesMaster1.xml" Id="R7db083ee1a7145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0e46675bac423f" /><Relationship Type="http://schemas.openxmlformats.org/officeDocument/2006/relationships/notesMaster" Target="/ppt/notesMasters/notesMaster1.xml" Id="R704627d1fd9645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5fb62b1d0243bd" /><Relationship Type="http://schemas.openxmlformats.org/officeDocument/2006/relationships/notesMaster" Target="/ppt/notesMasters/notesMaster1.xml" Id="Rf9b7252c5ebd4e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1356e204994891" /><Relationship Type="http://schemas.openxmlformats.org/officeDocument/2006/relationships/notesMaster" Target="/ppt/notesMasters/notesMaster1.xml" Id="R1eab31b65cc447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f3620f99746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e4fda2a58841dd" /><Relationship Type="http://schemas.openxmlformats.org/officeDocument/2006/relationships/slideLayout" Target="/ppt/slideLayouts/slideLayout1.xml" Id="R83158c5c47b74f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158c5c47b74f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196df9e364bcb" /><Relationship Type="http://schemas.openxmlformats.org/officeDocument/2006/relationships/notesSlide" Target="/ppt/notesSlides/notesSlide1.xml" Id="Rcae1eb2b11574f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203b888a34bf3" /><Relationship Type="http://schemas.openxmlformats.org/officeDocument/2006/relationships/image" Target="/ppt/media/image.png" Id="R9f39059a33da44fa" /><Relationship Type="http://schemas.openxmlformats.org/officeDocument/2006/relationships/image" Target="/ppt/media/image2.png" Id="R1accc3c1356947d9" /><Relationship Type="http://schemas.openxmlformats.org/officeDocument/2006/relationships/image" Target="/ppt/media/image3.png" Id="R3848fb2c90ba4550" /><Relationship Type="http://schemas.openxmlformats.org/officeDocument/2006/relationships/notesSlide" Target="/ppt/notesSlides/notesSlide2.xml" Id="R00814fcbf4a842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0b4ab5a2e4c7e" /><Relationship Type="http://schemas.openxmlformats.org/officeDocument/2006/relationships/image" Target="/ppt/media/image4.png" Id="Ref075b205e974d65" /><Relationship Type="http://schemas.openxmlformats.org/officeDocument/2006/relationships/notesSlide" Target="/ppt/notesSlides/notesSlide3.xml" Id="R618612c5d8c54d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77167233a4acc" /><Relationship Type="http://schemas.openxmlformats.org/officeDocument/2006/relationships/image" Target="/ppt/media/image5.png" Id="Ra7c44ce6f5f14015" /><Relationship Type="http://schemas.openxmlformats.org/officeDocument/2006/relationships/notesSlide" Target="/ppt/notesSlides/notesSlide4.xml" Id="R87a43dab541b42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8e428c6ef4189" /><Relationship Type="http://schemas.openxmlformats.org/officeDocument/2006/relationships/image" Target="/ppt/media/image6.png" Id="R2f75cc908cdd49b8" /><Relationship Type="http://schemas.openxmlformats.org/officeDocument/2006/relationships/notesSlide" Target="/ppt/notesSlides/notesSlide5.xml" Id="R32ab012d32f244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3d4a8b9bb4179" /><Relationship Type="http://schemas.openxmlformats.org/officeDocument/2006/relationships/notesSlide" Target="/ppt/notesSlides/notesSlide6.xml" Id="R74f417f35abd47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brand">
            <a:extLst xmlns:a="http://schemas.openxmlformats.org/drawingml/2006/main">
              <a:ext uri="{FF2B5EF4-FFF2-40B4-BE49-F238E27FC236}">
                <a16:creationId xmlns:a16="http://schemas.microsoft.com/office/drawing/2014/main" id="{03F74F5A-D475-4641-A06D-083567ED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6F36B"/>
                </a:solidFill>
                <a:latin typeface="Helvetica Neue"/>
                <a:ea typeface="Helvetica Neue"/>
                <a:cs typeface="Helvetica Neue"/>
              </a:rPr>
              <a:t>CX REVIEW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867EE69-237D-47E0-A225-79ECB14A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UX/UI-аудит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клиентского пути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00627C5-3D39-4895-9C8E-FB540FF4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B8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B8B8B2"/>
                </a:solidFill>
                <a:latin typeface="Helvetica Neue"/>
                <a:ea typeface="Helvetica Neue"/>
                <a:cs typeface="Helvetica Neue"/>
              </a:rPr>
              <a:t>Автоматизированный разбор экранов и рекомендации перед релизом</a:t>
            </a:r>
          </a:p>
        </p:txBody>
      </p:sp>
      <p:sp>
        <p:nvSpPr>
          <p:cNvPr id="4" name="cover-verdict">
            <a:extLst xmlns:a="http://schemas.openxmlformats.org/drawingml/2006/main">
              <a:ext uri="{FF2B5EF4-FFF2-40B4-BE49-F238E27FC236}">
                <a16:creationId xmlns:a16="http://schemas.microsoft.com/office/drawing/2014/main" id="{445D3CEA-1064-415F-B3D7-61C5694F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0480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5" name="cover-verdict-label">
            <a:extLst xmlns:a="http://schemas.openxmlformats.org/drawingml/2006/main">
              <a:ext uri="{FF2B5EF4-FFF2-40B4-BE49-F238E27FC236}">
                <a16:creationId xmlns:a16="http://schemas.microsoft.com/office/drawing/2014/main" id="{2315F877-631D-4918-8B9B-A05AE8A9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НЕ ДОПУЩЕНО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 РЕЛИЗУ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A27B0DEB-17F7-434A-8F25-4B3B7DDD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A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8A8A82"/>
                </a:solidFill>
                <a:latin typeface="Helvetica Neue"/>
                <a:ea typeface="Helvetica Neue"/>
                <a:cs typeface="Helvetica Neue"/>
              </a:rPr>
              <a:t>3 шага  •  6 замечаний</a:t>
            </a:r>
          </a:p>
        </p:txBody>
      </p:sp>
    </p:spTree>
    <p:extLst>
      <p:ext uri="{BB962C8B-B14F-4D97-AF65-F5344CB8AC3E}">
        <p14:creationId xmlns:p14="http://schemas.microsoft.com/office/powerpoint/2010/main" val="186552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-2">
            <a:extLst xmlns:a="http://schemas.openxmlformats.org/drawingml/2006/main">
              <a:ext uri="{FF2B5EF4-FFF2-40B4-BE49-F238E27FC236}">
                <a16:creationId xmlns:a16="http://schemas.microsoft.com/office/drawing/2014/main" id="{B978DA41-062A-49C7-8AE2-66A667AA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РЕЗУЛЬТАТ АНАЛИЗА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94C611E-A031-4485-AB61-CF987779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Весь путь — и риск каждого шага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FCD3FCB0-AEFF-402B-9D76-C61190FF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FD8AA50D-B390-4A27-8E1F-E95F98BB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C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9059a33da44fa"/>
          <a:stretch xmlns:a="http://schemas.openxmlformats.org/drawingml/2006/main"/>
        </p:blipFill>
        <p:spPr>
          <a:xfrm xmlns:a="http://schemas.openxmlformats.org/drawingml/2006/main">
            <a:off x="1143000" y="1472549"/>
            <a:ext cx="1971675" cy="3655727"/>
          </a:xfrm>
          <a:prstGeom xmlns:a="http://schemas.openxmlformats.org/drawingml/2006/main" prst="roundRect">
            <a:avLst>
              <a:gd name="adj" fmla="val 4831"/>
            </a:avLst>
          </a:prstGeom>
        </p:spPr>
      </p:pic>
      <p:sp>
        <p:nvSpPr>
          <p:cNvPr id="6" name="step-0">
            <a:extLst xmlns:a="http://schemas.openxmlformats.org/drawingml/2006/main">
              <a:ext uri="{FF2B5EF4-FFF2-40B4-BE49-F238E27FC236}">
                <a16:creationId xmlns:a16="http://schemas.microsoft.com/office/drawing/2014/main" id="{EC6B7176-A7FC-42C1-B772-73DC647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ШАГ 1</a:t>
            </a:r>
          </a:p>
        </p:txBody>
      </p:sp>
      <p:sp>
        <p:nvSpPr>
          <p:cNvPr id="7" name="step-name-0">
            <a:extLst xmlns:a="http://schemas.openxmlformats.org/drawingml/2006/main">
              <a:ext uri="{FF2B5EF4-FFF2-40B4-BE49-F238E27FC236}">
                <a16:creationId xmlns:a16="http://schemas.microsoft.com/office/drawing/2014/main" id="{CDD99251-8405-48D6-9B8A-E8C41D67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Корзина</a:t>
            </a:r>
          </a:p>
        </p:txBody>
      </p:sp>
      <p:sp>
        <p:nvSpPr>
          <p:cNvPr id="8" name="badge-Critical-48">
            <a:extLst xmlns:a="http://schemas.openxmlformats.org/drawingml/2006/main">
              <a:ext uri="{FF2B5EF4-FFF2-40B4-BE49-F238E27FC236}">
                <a16:creationId xmlns:a16="http://schemas.microsoft.com/office/drawing/2014/main" id="{3725FED8-57BF-48B8-A3C8-E3156DF0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dge-label-Critical-48">
            <a:extLst xmlns:a="http://schemas.openxmlformats.org/drawingml/2006/main">
              <a:ext uri="{FF2B5EF4-FFF2-40B4-BE49-F238E27FC236}">
                <a16:creationId xmlns:a16="http://schemas.microsoft.com/office/drawing/2014/main" id="{69FC717A-D559-44C4-B6D9-9B020AE9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Critical</a:t>
            </a:r>
          </a:p>
        </p:txBody>
      </p:sp>
      <p:sp>
        <p:nvSpPr>
          <p:cNvPr id="10" name="badge-value-Critical-48">
            <a:extLst xmlns:a="http://schemas.openxmlformats.org/drawingml/2006/main">
              <a:ext uri="{FF2B5EF4-FFF2-40B4-BE49-F238E27FC236}">
                <a16:creationId xmlns:a16="http://schemas.microsoft.com/office/drawing/2014/main" id="{45F3C564-2C9C-4F55-9D85-932872BA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912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badge-Major-48">
            <a:extLst xmlns:a="http://schemas.openxmlformats.org/drawingml/2006/main">
              <a:ext uri="{FF2B5EF4-FFF2-40B4-BE49-F238E27FC236}">
                <a16:creationId xmlns:a16="http://schemas.microsoft.com/office/drawing/2014/main" id="{466B55C5-B608-4E4E-B57B-483023D4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adge-label-Major-48">
            <a:extLst xmlns:a="http://schemas.openxmlformats.org/drawingml/2006/main">
              <a:ext uri="{FF2B5EF4-FFF2-40B4-BE49-F238E27FC236}">
                <a16:creationId xmlns:a16="http://schemas.microsoft.com/office/drawing/2014/main" id="{708993B1-380A-4C50-A898-DD136DD8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Major</a:t>
            </a:r>
          </a:p>
        </p:txBody>
      </p:sp>
      <p:sp>
        <p:nvSpPr>
          <p:cNvPr id="13" name="badge-value-Major-48">
            <a:extLst xmlns:a="http://schemas.openxmlformats.org/drawingml/2006/main">
              <a:ext uri="{FF2B5EF4-FFF2-40B4-BE49-F238E27FC236}">
                <a16:creationId xmlns:a16="http://schemas.microsoft.com/office/drawing/2014/main" id="{9AF7FA1E-F191-415B-A43B-2BD98E4A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388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4" name="badge-Minor-48">
            <a:extLst xmlns:a="http://schemas.openxmlformats.org/drawingml/2006/main">
              <a:ext uri="{FF2B5EF4-FFF2-40B4-BE49-F238E27FC236}">
                <a16:creationId xmlns:a16="http://schemas.microsoft.com/office/drawing/2014/main" id="{B75CAB78-AFF8-403B-B5F4-6305715C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dge-label-Minor-48">
            <a:extLst xmlns:a="http://schemas.openxmlformats.org/drawingml/2006/main">
              <a:ext uri="{FF2B5EF4-FFF2-40B4-BE49-F238E27FC236}">
                <a16:creationId xmlns:a16="http://schemas.microsoft.com/office/drawing/2014/main" id="{9599B355-2F8B-4696-918B-6748EDA3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Minor</a:t>
            </a:r>
          </a:p>
        </p:txBody>
      </p:sp>
      <p:sp>
        <p:nvSpPr>
          <p:cNvPr id="16" name="badge-value-Minor-48">
            <a:extLst xmlns:a="http://schemas.openxmlformats.org/drawingml/2006/main">
              <a:ext uri="{FF2B5EF4-FFF2-40B4-BE49-F238E27FC236}">
                <a16:creationId xmlns:a16="http://schemas.microsoft.com/office/drawing/2014/main" id="{9A1F369B-568F-4059-970F-45203F44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286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cc3c1356947d9"/>
          <a:stretch xmlns:a="http://schemas.openxmlformats.org/drawingml/2006/main"/>
        </p:blipFill>
        <p:spPr>
          <a:xfrm xmlns:a="http://schemas.openxmlformats.org/drawingml/2006/main">
            <a:off x="4800600" y="1468676"/>
            <a:ext cx="1971675" cy="3663472"/>
          </a:xfrm>
          <a:prstGeom xmlns:a="http://schemas.openxmlformats.org/drawingml/2006/main" prst="roundRect">
            <a:avLst>
              <a:gd name="adj" fmla="val 4831"/>
            </a:avLst>
          </a:prstGeom>
        </p:spPr>
      </p:pic>
      <p:sp>
        <p:nvSpPr>
          <p:cNvPr id="18" name="step-1">
            <a:extLst xmlns:a="http://schemas.openxmlformats.org/drawingml/2006/main">
              <a:ext uri="{FF2B5EF4-FFF2-40B4-BE49-F238E27FC236}">
                <a16:creationId xmlns:a16="http://schemas.microsoft.com/office/drawing/2014/main" id="{5B89EB4E-4BE2-4950-8B6D-FF4AEC35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197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ШАГ 2</a:t>
            </a:r>
          </a:p>
        </p:txBody>
      </p:sp>
      <p:sp>
        <p:nvSpPr>
          <p:cNvPr id="19" name="step-name-1">
            <a:extLst xmlns:a="http://schemas.openxmlformats.org/drawingml/2006/main">
              <a:ext uri="{FF2B5EF4-FFF2-40B4-BE49-F238E27FC236}">
                <a16:creationId xmlns:a16="http://schemas.microsoft.com/office/drawing/2014/main" id="{45CEC8FD-3C78-411A-AFA7-913FC2A1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29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Адрес доставки</a:t>
            </a:r>
          </a:p>
        </p:txBody>
      </p:sp>
      <p:sp>
        <p:nvSpPr>
          <p:cNvPr id="20" name="badge-Critical-432">
            <a:extLst xmlns:a="http://schemas.openxmlformats.org/drawingml/2006/main">
              <a:ext uri="{FF2B5EF4-FFF2-40B4-BE49-F238E27FC236}">
                <a16:creationId xmlns:a16="http://schemas.microsoft.com/office/drawing/2014/main" id="{82D40358-2184-403D-B83B-107553E1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829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dge-label-Critical-432">
            <a:extLst xmlns:a="http://schemas.openxmlformats.org/drawingml/2006/main">
              <a:ext uri="{FF2B5EF4-FFF2-40B4-BE49-F238E27FC236}">
                <a16:creationId xmlns:a16="http://schemas.microsoft.com/office/drawing/2014/main" id="{7928D929-50CD-497A-9AF0-E6E163A5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912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Critical</a:t>
            </a:r>
          </a:p>
        </p:txBody>
      </p:sp>
      <p:sp>
        <p:nvSpPr>
          <p:cNvPr id="22" name="badge-value-Critical-432">
            <a:extLst xmlns:a="http://schemas.openxmlformats.org/drawingml/2006/main">
              <a:ext uri="{FF2B5EF4-FFF2-40B4-BE49-F238E27FC236}">
                <a16:creationId xmlns:a16="http://schemas.microsoft.com/office/drawing/2014/main" id="{B49BE523-6EE1-4C7D-A24B-FECAEB92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7912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3" name="badge-Major-432">
            <a:extLst xmlns:a="http://schemas.openxmlformats.org/drawingml/2006/main">
              <a:ext uri="{FF2B5EF4-FFF2-40B4-BE49-F238E27FC236}">
                <a16:creationId xmlns:a16="http://schemas.microsoft.com/office/drawing/2014/main" id="{1A569DCF-6B46-464B-B532-67CB2F69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76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dge-label-Major-432">
            <a:extLst xmlns:a="http://schemas.openxmlformats.org/drawingml/2006/main">
              <a:ext uri="{FF2B5EF4-FFF2-40B4-BE49-F238E27FC236}">
                <a16:creationId xmlns:a16="http://schemas.microsoft.com/office/drawing/2014/main" id="{E88DA9E3-2E10-4023-AEE0-1A1F0DC4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Major</a:t>
            </a:r>
          </a:p>
        </p:txBody>
      </p:sp>
      <p:sp>
        <p:nvSpPr>
          <p:cNvPr id="25" name="badge-value-Major-432">
            <a:extLst xmlns:a="http://schemas.openxmlformats.org/drawingml/2006/main">
              <a:ext uri="{FF2B5EF4-FFF2-40B4-BE49-F238E27FC236}">
                <a16:creationId xmlns:a16="http://schemas.microsoft.com/office/drawing/2014/main" id="{381647F0-E200-4C0E-8496-9A21EDD3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0388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6" name="badge-Minor-432">
            <a:extLst xmlns:a="http://schemas.openxmlformats.org/drawingml/2006/main">
              <a:ext uri="{FF2B5EF4-FFF2-40B4-BE49-F238E27FC236}">
                <a16:creationId xmlns:a16="http://schemas.microsoft.com/office/drawing/2014/main" id="{888AA9B9-04D9-4CDF-AE17-9C9B59D1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32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dge-label-Minor-432">
            <a:extLst xmlns:a="http://schemas.openxmlformats.org/drawingml/2006/main">
              <a:ext uri="{FF2B5EF4-FFF2-40B4-BE49-F238E27FC236}">
                <a16:creationId xmlns:a16="http://schemas.microsoft.com/office/drawing/2014/main" id="{33E7ADDD-9DDD-4C5B-ADC0-BBE23C3E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2865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Minor</a:t>
            </a:r>
          </a:p>
        </p:txBody>
      </p:sp>
      <p:sp>
        <p:nvSpPr>
          <p:cNvPr id="28" name="badge-value-Minor-432">
            <a:extLst xmlns:a="http://schemas.openxmlformats.org/drawingml/2006/main">
              <a:ext uri="{FF2B5EF4-FFF2-40B4-BE49-F238E27FC236}">
                <a16:creationId xmlns:a16="http://schemas.microsoft.com/office/drawing/2014/main" id="{A9DFA5D3-BE3F-45D5-BE7B-BF881DAE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86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8fb2c90ba4550"/>
          <a:stretch xmlns:a="http://schemas.openxmlformats.org/drawingml/2006/main"/>
        </p:blipFill>
        <p:spPr>
          <a:xfrm xmlns:a="http://schemas.openxmlformats.org/drawingml/2006/main">
            <a:off x="8458200" y="1468676"/>
            <a:ext cx="1971675" cy="3663472"/>
          </a:xfrm>
          <a:prstGeom xmlns:a="http://schemas.openxmlformats.org/drawingml/2006/main" prst="roundRect">
            <a:avLst>
              <a:gd name="adj" fmla="val 4831"/>
            </a:avLst>
          </a:prstGeom>
        </p:spPr>
      </p:pic>
      <p:sp>
        <p:nvSpPr>
          <p:cNvPr id="30" name="step-2">
            <a:extLst xmlns:a="http://schemas.openxmlformats.org/drawingml/2006/main">
              <a:ext uri="{FF2B5EF4-FFF2-40B4-BE49-F238E27FC236}">
                <a16:creationId xmlns:a16="http://schemas.microsoft.com/office/drawing/2014/main" id="{F6F58671-3F15-4593-8098-6C0CB03F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197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ШАГ 3</a:t>
            </a:r>
          </a:p>
        </p:txBody>
      </p:sp>
      <p:sp>
        <p:nvSpPr>
          <p:cNvPr id="31" name="step-name-2">
            <a:extLst xmlns:a="http://schemas.openxmlformats.org/drawingml/2006/main">
              <a:ext uri="{FF2B5EF4-FFF2-40B4-BE49-F238E27FC236}">
                <a16:creationId xmlns:a16="http://schemas.microsoft.com/office/drawing/2014/main" id="{B2C338EF-7F96-4132-8BB5-E32E5F33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29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Оплата</a:t>
            </a:r>
          </a:p>
        </p:txBody>
      </p:sp>
      <p:sp>
        <p:nvSpPr>
          <p:cNvPr id="32" name="badge-Critical-816">
            <a:extLst xmlns:a="http://schemas.openxmlformats.org/drawingml/2006/main">
              <a:ext uri="{FF2B5EF4-FFF2-40B4-BE49-F238E27FC236}">
                <a16:creationId xmlns:a16="http://schemas.microsoft.com/office/drawing/2014/main" id="{F8E11B4A-F0F1-4305-B3D4-C8333733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829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dge-label-Critical-816">
            <a:extLst xmlns:a="http://schemas.openxmlformats.org/drawingml/2006/main">
              <a:ext uri="{FF2B5EF4-FFF2-40B4-BE49-F238E27FC236}">
                <a16:creationId xmlns:a16="http://schemas.microsoft.com/office/drawing/2014/main" id="{DA6E42FA-9651-4BC5-9DBC-A17909E6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912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Critical</a:t>
            </a:r>
          </a:p>
        </p:txBody>
      </p:sp>
      <p:sp>
        <p:nvSpPr>
          <p:cNvPr id="34" name="badge-value-Critical-816">
            <a:extLst xmlns:a="http://schemas.openxmlformats.org/drawingml/2006/main">
              <a:ext uri="{FF2B5EF4-FFF2-40B4-BE49-F238E27FC236}">
                <a16:creationId xmlns:a16="http://schemas.microsoft.com/office/drawing/2014/main" id="{301265E0-2E90-4A68-A704-00801F5C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7912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35" name="badge-Major-816">
            <a:extLst xmlns:a="http://schemas.openxmlformats.org/drawingml/2006/main">
              <a:ext uri="{FF2B5EF4-FFF2-40B4-BE49-F238E27FC236}">
                <a16:creationId xmlns:a16="http://schemas.microsoft.com/office/drawing/2014/main" id="{A9B1109C-238A-41AC-819C-4A9938F6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076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dge-label-Major-816">
            <a:extLst xmlns:a="http://schemas.openxmlformats.org/drawingml/2006/main">
              <a:ext uri="{FF2B5EF4-FFF2-40B4-BE49-F238E27FC236}">
                <a16:creationId xmlns:a16="http://schemas.microsoft.com/office/drawing/2014/main" id="{6BF2C554-FC2F-456B-A9D2-1FE04E81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Major</a:t>
            </a:r>
          </a:p>
        </p:txBody>
      </p:sp>
      <p:sp>
        <p:nvSpPr>
          <p:cNvPr id="37" name="badge-value-Major-816">
            <a:extLst xmlns:a="http://schemas.openxmlformats.org/drawingml/2006/main">
              <a:ext uri="{FF2B5EF4-FFF2-40B4-BE49-F238E27FC236}">
                <a16:creationId xmlns:a16="http://schemas.microsoft.com/office/drawing/2014/main" id="{2F10D9B9-BF9E-4C69-A201-CA3E016A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0388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38" name="badge-Minor-816">
            <a:extLst xmlns:a="http://schemas.openxmlformats.org/drawingml/2006/main">
              <a:ext uri="{FF2B5EF4-FFF2-40B4-BE49-F238E27FC236}">
                <a16:creationId xmlns:a16="http://schemas.microsoft.com/office/drawing/2014/main" id="{374962D4-E3B2-445C-B80D-9049FD14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32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dge-label-Minor-816">
            <a:extLst xmlns:a="http://schemas.openxmlformats.org/drawingml/2006/main">
              <a:ext uri="{FF2B5EF4-FFF2-40B4-BE49-F238E27FC236}">
                <a16:creationId xmlns:a16="http://schemas.microsoft.com/office/drawing/2014/main" id="{20A4D328-0B17-4A94-AFB1-B1E95567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2865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Minor</a:t>
            </a:r>
          </a:p>
        </p:txBody>
      </p:sp>
      <p:sp>
        <p:nvSpPr>
          <p:cNvPr id="40" name="badge-value-Minor-816">
            <a:extLst xmlns:a="http://schemas.openxmlformats.org/drawingml/2006/main">
              <a:ext uri="{FF2B5EF4-FFF2-40B4-BE49-F238E27FC236}">
                <a16:creationId xmlns:a16="http://schemas.microsoft.com/office/drawing/2014/main" id="{CA584BD9-2F03-42F4-9AC9-5A119460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286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51023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3">
            <a:extLst xmlns:a="http://schemas.openxmlformats.org/drawingml/2006/main">
              <a:ext uri="{FF2B5EF4-FFF2-40B4-BE49-F238E27FC236}">
                <a16:creationId xmlns:a16="http://schemas.microsoft.com/office/drawing/2014/main" id="{4737634F-ED64-4A00-8585-4732FFFA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ШАГ 1 · КОРЗИНА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F60F88B-FD2C-4765-B83D-C32B446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2 замечания на экране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386F25FC-F9FE-4416-8B16-E228AAD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8527C49B-A37D-463F-A98E-E135BF48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reen-panel-0">
            <a:extLst xmlns:a="http://schemas.openxmlformats.org/drawingml/2006/main">
              <a:ext uri="{FF2B5EF4-FFF2-40B4-BE49-F238E27FC236}">
                <a16:creationId xmlns:a16="http://schemas.microsoft.com/office/drawing/2014/main" id="{D60324B5-4A4E-416B-8506-321B79E0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048250" cy="4972050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5D5C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75b205e974d65"/>
          <a:stretch xmlns:a="http://schemas.openxmlformats.org/drawingml/2006/main"/>
        </p:blipFill>
        <p:spPr>
          <a:xfrm xmlns:a="http://schemas.openxmlformats.org/drawingml/2006/main">
            <a:off x="1697025" y="1533525"/>
            <a:ext cx="2568600" cy="476250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7" name="marker-ring-0-0">
            <a:extLst xmlns:a="http://schemas.openxmlformats.org/drawingml/2006/main">
              <a:ext uri="{FF2B5EF4-FFF2-40B4-BE49-F238E27FC236}">
                <a16:creationId xmlns:a16="http://schemas.microsoft.com/office/drawing/2014/main" id="{EE718C18-5C6B-4A03-89E2-0E2C32BB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330" y="4844239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9822B"/>
            </a:solidFill>
            <a:prstDash val="solid"/>
          </a:ln>
        </p:spPr>
      </p:sp>
      <p:sp>
        <p:nvSpPr>
          <p:cNvPr id="8" name="marker-number-0-0">
            <a:extLst xmlns:a="http://schemas.openxmlformats.org/drawingml/2006/main">
              <a:ext uri="{FF2B5EF4-FFF2-40B4-BE49-F238E27FC236}">
                <a16:creationId xmlns:a16="http://schemas.microsoft.com/office/drawing/2014/main" id="{1C714234-0161-4BB6-A0B1-E2E5BF81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80" y="4929964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issue-sev-0-0">
            <a:extLst xmlns:a="http://schemas.openxmlformats.org/drawingml/2006/main">
              <a:ext uri="{FF2B5EF4-FFF2-40B4-BE49-F238E27FC236}">
                <a16:creationId xmlns:a16="http://schemas.microsoft.com/office/drawing/2014/main" id="{5F1AD26D-EFA5-4E22-B127-DB6E85B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38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rPr>
              <a:t>MAJOR</a:t>
            </a:r>
          </a:p>
        </p:txBody>
      </p:sp>
      <p:sp>
        <p:nvSpPr>
          <p:cNvPr id="10" name="issue-title-0-0">
            <a:extLst xmlns:a="http://schemas.openxmlformats.org/drawingml/2006/main">
              <a:ext uri="{FF2B5EF4-FFF2-40B4-BE49-F238E27FC236}">
                <a16:creationId xmlns:a16="http://schemas.microsoft.com/office/drawing/2014/main" id="{6886754A-FE8F-4BDC-846D-D6ADD6B4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6215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1. Вторичные суммы почти не читаются</a:t>
            </a:r>
          </a:p>
        </p:txBody>
      </p:sp>
      <p:sp>
        <p:nvSpPr>
          <p:cNvPr id="11" name="issue-detail-0-0">
            <a:extLst xmlns:a="http://schemas.openxmlformats.org/drawingml/2006/main">
              <a:ext uri="{FF2B5EF4-FFF2-40B4-BE49-F238E27FC236}">
                <a16:creationId xmlns:a16="http://schemas.microsoft.com/office/drawing/2014/main" id="{A354718C-1179-42C2-A043-F1D8CA3C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Низкий контраст подытога и доставки затрудняет проверку итоговой суммы.</a:t>
            </a:r>
          </a:p>
        </p:txBody>
      </p:sp>
      <p:sp>
        <p:nvSpPr>
          <p:cNvPr id="12" name="issue-rule-0-0">
            <a:extLst xmlns:a="http://schemas.openxmlformats.org/drawingml/2006/main">
              <a:ext uri="{FF2B5EF4-FFF2-40B4-BE49-F238E27FC236}">
                <a16:creationId xmlns:a16="http://schemas.microsoft.com/office/drawing/2014/main" id="{14A9075F-F29E-4E89-9CA6-F1E7981D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rker-ring-0-1">
            <a:extLst xmlns:a="http://schemas.openxmlformats.org/drawingml/2006/main">
              <a:ext uri="{FF2B5EF4-FFF2-40B4-BE49-F238E27FC236}">
                <a16:creationId xmlns:a16="http://schemas.microsoft.com/office/drawing/2014/main" id="{EEAB033A-DFC6-4C4E-9A96-B7DCBDCC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796" y="4583578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8A8A82"/>
            </a:solidFill>
            <a:prstDash val="solid"/>
          </a:ln>
        </p:spPr>
      </p:sp>
      <p:sp>
        <p:nvSpPr>
          <p:cNvPr id="14" name="marker-number-0-1">
            <a:extLst xmlns:a="http://schemas.openxmlformats.org/drawingml/2006/main">
              <a:ext uri="{FF2B5EF4-FFF2-40B4-BE49-F238E27FC236}">
                <a16:creationId xmlns:a16="http://schemas.microsoft.com/office/drawing/2014/main" id="{788CB077-728E-48D8-BE8B-F04D390C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046" y="4669303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A8A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A8A8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issue-sev-0-1">
            <a:extLst xmlns:a="http://schemas.openxmlformats.org/drawingml/2006/main">
              <a:ext uri="{FF2B5EF4-FFF2-40B4-BE49-F238E27FC236}">
                <a16:creationId xmlns:a16="http://schemas.microsoft.com/office/drawing/2014/main" id="{9D6BC654-8897-4AE8-A43F-B92A131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8A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A8A82"/>
                </a:solidFill>
                <a:latin typeface="Helvetica Neue"/>
                <a:ea typeface="Helvetica Neue"/>
                <a:cs typeface="Helvetica Neue"/>
              </a:rPr>
              <a:t>MINOR</a:t>
            </a:r>
          </a:p>
        </p:txBody>
      </p:sp>
      <p:sp>
        <p:nvSpPr>
          <p:cNvPr id="16" name="issue-title-0-1">
            <a:extLst xmlns:a="http://schemas.openxmlformats.org/drawingml/2006/main">
              <a:ext uri="{FF2B5EF4-FFF2-40B4-BE49-F238E27FC236}">
                <a16:creationId xmlns:a16="http://schemas.microsoft.com/office/drawing/2014/main" id="{EEC9F824-3F13-4225-A7B9-82608CCA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2. Промокод выглядит недоступным</a:t>
            </a:r>
          </a:p>
        </p:txBody>
      </p:sp>
      <p:sp>
        <p:nvSpPr>
          <p:cNvPr id="17" name="issue-detail-0-1">
            <a:extLst xmlns:a="http://schemas.openxmlformats.org/drawingml/2006/main">
              <a:ext uri="{FF2B5EF4-FFF2-40B4-BE49-F238E27FC236}">
                <a16:creationId xmlns:a16="http://schemas.microsoft.com/office/drawing/2014/main" id="{DF7E1189-EA1B-4150-844E-73380F33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3870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Поле визуально похоже на отключённое, хотя это доступное действие.</a:t>
            </a:r>
          </a:p>
        </p:txBody>
      </p:sp>
      <p:sp>
        <p:nvSpPr>
          <p:cNvPr id="18" name="issue-rule-0-1">
            <a:extLst xmlns:a="http://schemas.openxmlformats.org/drawingml/2006/main">
              <a:ext uri="{FF2B5EF4-FFF2-40B4-BE49-F238E27FC236}">
                <a16:creationId xmlns:a16="http://schemas.microsoft.com/office/drawing/2014/main" id="{9050E00D-545F-47C6-A046-B09093E1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15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C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84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DF6CD27C-5AF7-4C01-A747-2BB8A997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ШАГ 2 · АДРЕС ДОСТАВКИ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4E34AE4-0F9A-4F3D-B2C7-0D3C01C0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2 замечания на экране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F2A2C767-7C16-486E-9179-443DB342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B16A9B78-359E-403A-A804-0FB86F8B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reen-panel-1">
            <a:extLst xmlns:a="http://schemas.openxmlformats.org/drawingml/2006/main">
              <a:ext uri="{FF2B5EF4-FFF2-40B4-BE49-F238E27FC236}">
                <a16:creationId xmlns:a16="http://schemas.microsoft.com/office/drawing/2014/main" id="{95FC0322-24C0-438E-A323-B3EABD4E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048250" cy="4972050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5D5C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44ce6f5f14015"/>
          <a:stretch xmlns:a="http://schemas.openxmlformats.org/drawingml/2006/main"/>
        </p:blipFill>
        <p:spPr>
          <a:xfrm xmlns:a="http://schemas.openxmlformats.org/drawingml/2006/main">
            <a:off x="1699740" y="1533525"/>
            <a:ext cx="2563170" cy="476250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7" name="marker-ring-1-0">
            <a:extLst xmlns:a="http://schemas.openxmlformats.org/drawingml/2006/main">
              <a:ext uri="{FF2B5EF4-FFF2-40B4-BE49-F238E27FC236}">
                <a16:creationId xmlns:a16="http://schemas.microsoft.com/office/drawing/2014/main" id="{EDF215FF-B36F-41B9-B3C1-65ABCEDE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80" y="3215106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5483F"/>
            </a:solidFill>
            <a:prstDash val="solid"/>
          </a:ln>
        </p:spPr>
      </p:sp>
      <p:sp>
        <p:nvSpPr>
          <p:cNvPr id="8" name="marker-number-1-0">
            <a:extLst xmlns:a="http://schemas.openxmlformats.org/drawingml/2006/main">
              <a:ext uri="{FF2B5EF4-FFF2-40B4-BE49-F238E27FC236}">
                <a16:creationId xmlns:a16="http://schemas.microsoft.com/office/drawing/2014/main" id="{7B49A076-E19C-4407-B52B-4A48835B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30" y="3300831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4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3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issue-sev-1-0">
            <a:extLst xmlns:a="http://schemas.openxmlformats.org/drawingml/2006/main">
              <a:ext uri="{FF2B5EF4-FFF2-40B4-BE49-F238E27FC236}">
                <a16:creationId xmlns:a16="http://schemas.microsoft.com/office/drawing/2014/main" id="{BD867C28-D241-43B8-AB2A-54557AFB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38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54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5483F"/>
                </a:solidFill>
                <a:latin typeface="Helvetica Neue"/>
                <a:ea typeface="Helvetica Neue"/>
                <a:cs typeface="Helvetica Neue"/>
              </a:rPr>
              <a:t>CRITICAL</a:t>
            </a:r>
          </a:p>
        </p:txBody>
      </p:sp>
      <p:sp>
        <p:nvSpPr>
          <p:cNvPr id="10" name="issue-title-1-0">
            <a:extLst xmlns:a="http://schemas.openxmlformats.org/drawingml/2006/main">
              <a:ext uri="{FF2B5EF4-FFF2-40B4-BE49-F238E27FC236}">
                <a16:creationId xmlns:a16="http://schemas.microsoft.com/office/drawing/2014/main" id="{728E0B75-93E6-4E16-9171-F016FAFB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6215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1. Обязательные поля не обозначены</a:t>
            </a:r>
          </a:p>
        </p:txBody>
      </p:sp>
      <p:sp>
        <p:nvSpPr>
          <p:cNvPr id="11" name="issue-detail-1-0">
            <a:extLst xmlns:a="http://schemas.openxmlformats.org/drawingml/2006/main">
              <a:ext uri="{FF2B5EF4-FFF2-40B4-BE49-F238E27FC236}">
                <a16:creationId xmlns:a16="http://schemas.microsoft.com/office/drawing/2014/main" id="{BF82D49C-912C-426A-AAC9-6D3FCF04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Нельзя понять, какие данные нужны для продолжения и почему оформление может остановиться.</a:t>
            </a:r>
          </a:p>
        </p:txBody>
      </p:sp>
      <p:sp>
        <p:nvSpPr>
          <p:cNvPr id="12" name="issue-rule-1-0">
            <a:extLst xmlns:a="http://schemas.openxmlformats.org/drawingml/2006/main">
              <a:ext uri="{FF2B5EF4-FFF2-40B4-BE49-F238E27FC236}">
                <a16:creationId xmlns:a16="http://schemas.microsoft.com/office/drawing/2014/main" id="{791AA54A-7A19-41E7-AD27-0BC73989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rker-ring-1-1">
            <a:extLst xmlns:a="http://schemas.openxmlformats.org/drawingml/2006/main">
              <a:ext uri="{FF2B5EF4-FFF2-40B4-BE49-F238E27FC236}">
                <a16:creationId xmlns:a16="http://schemas.microsoft.com/office/drawing/2014/main" id="{18866E41-4B15-4C46-ADA1-01DB4E09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38" y="4627021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9822B"/>
            </a:solidFill>
            <a:prstDash val="solid"/>
          </a:ln>
        </p:spPr>
      </p:sp>
      <p:sp>
        <p:nvSpPr>
          <p:cNvPr id="14" name="marker-number-1-1">
            <a:extLst xmlns:a="http://schemas.openxmlformats.org/drawingml/2006/main">
              <a:ext uri="{FF2B5EF4-FFF2-40B4-BE49-F238E27FC236}">
                <a16:creationId xmlns:a16="http://schemas.microsoft.com/office/drawing/2014/main" id="{F7D9E52A-BD5F-485F-9698-F562342C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88" y="4712746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issue-sev-1-1">
            <a:extLst xmlns:a="http://schemas.openxmlformats.org/drawingml/2006/main">
              <a:ext uri="{FF2B5EF4-FFF2-40B4-BE49-F238E27FC236}">
                <a16:creationId xmlns:a16="http://schemas.microsoft.com/office/drawing/2014/main" id="{19C8043C-EC91-4E5C-9972-469DA0B8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rPr>
              <a:t>MAJOR</a:t>
            </a:r>
          </a:p>
        </p:txBody>
      </p:sp>
      <p:sp>
        <p:nvSpPr>
          <p:cNvPr id="16" name="issue-title-1-1">
            <a:extLst xmlns:a="http://schemas.openxmlformats.org/drawingml/2006/main">
              <a:ext uri="{FF2B5EF4-FFF2-40B4-BE49-F238E27FC236}">
                <a16:creationId xmlns:a16="http://schemas.microsoft.com/office/drawing/2014/main" id="{46EC4202-041F-4179-A27B-08FE7D4A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2. Предупреждение не связано с полем</a:t>
            </a:r>
          </a:p>
        </p:txBody>
      </p:sp>
      <p:sp>
        <p:nvSpPr>
          <p:cNvPr id="17" name="issue-detail-1-1">
            <a:extLst xmlns:a="http://schemas.openxmlformats.org/drawingml/2006/main">
              <a:ext uri="{FF2B5EF4-FFF2-40B4-BE49-F238E27FC236}">
                <a16:creationId xmlns:a16="http://schemas.microsoft.com/office/drawing/2014/main" id="{0018433F-7D98-41A1-A8FC-B4D18A55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3870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Оранжевый текст просит уточнить адрес, но не показывает, где именно требуется исправление.</a:t>
            </a:r>
          </a:p>
        </p:txBody>
      </p:sp>
      <p:sp>
        <p:nvSpPr>
          <p:cNvPr id="18" name="issue-rule-1-1">
            <a:extLst xmlns:a="http://schemas.openxmlformats.org/drawingml/2006/main">
              <a:ext uri="{FF2B5EF4-FFF2-40B4-BE49-F238E27FC236}">
                <a16:creationId xmlns:a16="http://schemas.microsoft.com/office/drawing/2014/main" id="{69392249-678B-4D84-A067-7A83D2AF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15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C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3951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5">
            <a:extLst xmlns:a="http://schemas.openxmlformats.org/drawingml/2006/main">
              <a:ext uri="{FF2B5EF4-FFF2-40B4-BE49-F238E27FC236}">
                <a16:creationId xmlns:a16="http://schemas.microsoft.com/office/drawing/2014/main" id="{CD80593B-A816-4E0A-8780-298B861D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ШАГ 3 · ОПЛАТА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D41BD09-A99C-4811-ACB4-8FFB69BB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2 замечания на экране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77703963-78F1-44F3-B58C-A68EC1B3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6162713A-0D88-4B63-AF4C-42598248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reen-panel-2">
            <a:extLst xmlns:a="http://schemas.openxmlformats.org/drawingml/2006/main">
              <a:ext uri="{FF2B5EF4-FFF2-40B4-BE49-F238E27FC236}">
                <a16:creationId xmlns:a16="http://schemas.microsoft.com/office/drawing/2014/main" id="{B702017F-4093-466D-8098-AE1FA627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048250" cy="4972050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5D5C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5cc908cdd49b8"/>
          <a:stretch xmlns:a="http://schemas.openxmlformats.org/drawingml/2006/main"/>
        </p:blipFill>
        <p:spPr>
          <a:xfrm xmlns:a="http://schemas.openxmlformats.org/drawingml/2006/main">
            <a:off x="1699740" y="1533525"/>
            <a:ext cx="2563170" cy="476250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7" name="marker-ring-2-0">
            <a:extLst xmlns:a="http://schemas.openxmlformats.org/drawingml/2006/main">
              <a:ext uri="{FF2B5EF4-FFF2-40B4-BE49-F238E27FC236}">
                <a16:creationId xmlns:a16="http://schemas.microsoft.com/office/drawing/2014/main" id="{843BAE21-E2FB-4F9C-AE29-39743E8F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80" y="5354701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9822B"/>
            </a:solidFill>
            <a:prstDash val="solid"/>
          </a:ln>
        </p:spPr>
      </p:sp>
      <p:sp>
        <p:nvSpPr>
          <p:cNvPr id="8" name="marker-number-2-0">
            <a:extLst xmlns:a="http://schemas.openxmlformats.org/drawingml/2006/main">
              <a:ext uri="{FF2B5EF4-FFF2-40B4-BE49-F238E27FC236}">
                <a16:creationId xmlns:a16="http://schemas.microsoft.com/office/drawing/2014/main" id="{F1E88A95-D33F-4972-807F-5C06FC34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30" y="5440426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issue-sev-2-0">
            <a:extLst xmlns:a="http://schemas.openxmlformats.org/drawingml/2006/main">
              <a:ext uri="{FF2B5EF4-FFF2-40B4-BE49-F238E27FC236}">
                <a16:creationId xmlns:a16="http://schemas.microsoft.com/office/drawing/2014/main" id="{82C38101-0B6E-44E2-81CC-0C9660AF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38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9822B"/>
                </a:solidFill>
                <a:latin typeface="Helvetica Neue"/>
                <a:ea typeface="Helvetica Neue"/>
                <a:cs typeface="Helvetica Neue"/>
              </a:rPr>
              <a:t>MAJOR</a:t>
            </a:r>
          </a:p>
        </p:txBody>
      </p:sp>
      <p:sp>
        <p:nvSpPr>
          <p:cNvPr id="10" name="issue-title-2-0">
            <a:extLst xmlns:a="http://schemas.openxmlformats.org/drawingml/2006/main">
              <a:ext uri="{FF2B5EF4-FFF2-40B4-BE49-F238E27FC236}">
                <a16:creationId xmlns:a16="http://schemas.microsoft.com/office/drawing/2014/main" id="{2C0A13A3-78E4-4C05-9DB0-347127A5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6215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1. Главное действие выглядит отключённым</a:t>
            </a:r>
          </a:p>
        </p:txBody>
      </p:sp>
      <p:sp>
        <p:nvSpPr>
          <p:cNvPr id="11" name="issue-detail-2-0">
            <a:extLst xmlns:a="http://schemas.openxmlformats.org/drawingml/2006/main">
              <a:ext uri="{FF2B5EF4-FFF2-40B4-BE49-F238E27FC236}">
                <a16:creationId xmlns:a16="http://schemas.microsoft.com/office/drawing/2014/main" id="{0500FACB-B2FE-4ADD-BE67-6BC0D965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Кнопка подтверждения почти неотличима от disabled-состояния — пользователь может не завершить оплату.</a:t>
            </a:r>
          </a:p>
        </p:txBody>
      </p:sp>
      <p:sp>
        <p:nvSpPr>
          <p:cNvPr id="12" name="issue-rule-2-0">
            <a:extLst xmlns:a="http://schemas.openxmlformats.org/drawingml/2006/main">
              <a:ext uri="{FF2B5EF4-FFF2-40B4-BE49-F238E27FC236}">
                <a16:creationId xmlns:a16="http://schemas.microsoft.com/office/drawing/2014/main" id="{80E3C88F-1F94-4988-8768-51F0AEA2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rker-ring-2-1">
            <a:extLst xmlns:a="http://schemas.openxmlformats.org/drawingml/2006/main">
              <a:ext uri="{FF2B5EF4-FFF2-40B4-BE49-F238E27FC236}">
                <a16:creationId xmlns:a16="http://schemas.microsoft.com/office/drawing/2014/main" id="{CDBE405A-9E09-452C-AFAA-0B34316A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38" y="4844239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8A8A82"/>
            </a:solidFill>
            <a:prstDash val="solid"/>
          </a:ln>
        </p:spPr>
      </p:sp>
      <p:sp>
        <p:nvSpPr>
          <p:cNvPr id="14" name="marker-number-2-1">
            <a:extLst xmlns:a="http://schemas.openxmlformats.org/drawingml/2006/main">
              <a:ext uri="{FF2B5EF4-FFF2-40B4-BE49-F238E27FC236}">
                <a16:creationId xmlns:a16="http://schemas.microsoft.com/office/drawing/2014/main" id="{D20EF649-D15C-468B-B65C-851C81BA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88" y="4929964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A8A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A8A8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issue-sev-2-1">
            <a:extLst xmlns:a="http://schemas.openxmlformats.org/drawingml/2006/main">
              <a:ext uri="{FF2B5EF4-FFF2-40B4-BE49-F238E27FC236}">
                <a16:creationId xmlns:a16="http://schemas.microsoft.com/office/drawing/2014/main" id="{3E64DB2D-2054-4F7F-A231-8E385091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8A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A8A82"/>
                </a:solidFill>
                <a:latin typeface="Helvetica Neue"/>
                <a:ea typeface="Helvetica Neue"/>
                <a:cs typeface="Helvetica Neue"/>
              </a:rPr>
              <a:t>MINOR</a:t>
            </a:r>
          </a:p>
        </p:txBody>
      </p:sp>
      <p:sp>
        <p:nvSpPr>
          <p:cNvPr id="16" name="issue-title-2-1">
            <a:extLst xmlns:a="http://schemas.openxmlformats.org/drawingml/2006/main">
              <a:ext uri="{FF2B5EF4-FFF2-40B4-BE49-F238E27FC236}">
                <a16:creationId xmlns:a16="http://schemas.microsoft.com/office/drawing/2014/main" id="{DAEB6E2F-1802-4426-923E-D44DEE66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2. Предупреждение перегружает финальный шаг</a:t>
            </a:r>
          </a:p>
        </p:txBody>
      </p:sp>
      <p:sp>
        <p:nvSpPr>
          <p:cNvPr id="17" name="issue-detail-2-1">
            <a:extLst xmlns:a="http://schemas.openxmlformats.org/drawingml/2006/main">
              <a:ext uri="{FF2B5EF4-FFF2-40B4-BE49-F238E27FC236}">
                <a16:creationId xmlns:a16="http://schemas.microsoft.com/office/drawing/2014/main" id="{51D8C196-6606-4C36-836B-7B6F4274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3870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74746D"/>
                </a:solidFill>
                <a:latin typeface="Helvetica Neue"/>
                <a:ea typeface="Helvetica Neue"/>
                <a:cs typeface="Helvetica Neue"/>
              </a:rPr>
              <a:t>Текст повторяет уже выбранные параметры, но не помогает проверить конкретные значения.</a:t>
            </a:r>
          </a:p>
        </p:txBody>
      </p:sp>
      <p:sp>
        <p:nvSpPr>
          <p:cNvPr id="18" name="issue-rule-2-1">
            <a:extLst xmlns:a="http://schemas.openxmlformats.org/drawingml/2006/main">
              <a:ext uri="{FF2B5EF4-FFF2-40B4-BE49-F238E27FC236}">
                <a16:creationId xmlns:a16="http://schemas.microsoft.com/office/drawing/2014/main" id="{EABBB91F-DC8E-41AC-B7FF-C6C8F8C8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15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C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5013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E3D9AE03-C15C-461D-8361-810593CF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6F36B"/>
                </a:solidFill>
                <a:latin typeface="Helvetica Neue"/>
                <a:ea typeface="Helvetica Neue"/>
                <a:cs typeface="Helvetica Neue"/>
              </a:rPr>
              <a:t>ПРЕДВАРИТЕЛЬНЫЙ МАКЕТ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107B65D-BE1D-4EC8-A53E-99F1ABB0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Теперь замечание видно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прямо на экране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9108F41F-48F8-414A-A19E-8EC1BCFE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B8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B8B8B2"/>
                </a:solidFill>
                <a:latin typeface="Helvetica Neue"/>
                <a:ea typeface="Helvetica Neue"/>
                <a:cs typeface="Helvetica Neue"/>
              </a:rPr>
              <a:t>После подтверждения этот шаблон будет встроен в генератор CX Review.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76C263ED-BA58-4121-8C84-D7B8856B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3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page">
            <a:extLst xmlns:a="http://schemas.openxmlformats.org/drawingml/2006/main">
              <a:ext uri="{FF2B5EF4-FFF2-40B4-BE49-F238E27FC236}">
                <a16:creationId xmlns:a16="http://schemas.microsoft.com/office/drawing/2014/main" id="{5BE27F12-3985-4CD6-B13E-F42CDE27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09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8A8A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8A8A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638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2026-07-18T19:27:35.9030000Z</dcterms:created>
  <dcterms:modified xsi:type="dcterms:W3CDTF">2026-07-18T19:27:35.9030000Z</dcterms:modified>
</coreProperties>
</file>